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REACT SPA • ЕКЗАМЕНАЦІЙНА РОБОТА</a:t>
            </a:r>
          </a:p>
          <a:p>
            <a:pPr>
              <a:spcAft>
                <a:spcPts val="800"/>
              </a:spcAft>
              <a:defRPr sz="3600" b="1">
                <a:solidFill>
                  <a:srgbClr val="0F172A"/>
                </a:solidFill>
                <a:latin typeface="Segoe UI"/>
              </a:defRPr>
            </a:pPr>
            <a:r>
              <a:t>ITSTEPMarket</a:t>
            </a:r>
          </a:p>
          <a:p>
            <a:pPr>
              <a:spcAft>
                <a:spcPts val="28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Повнофункціональний інтернет-магазин з каталогом, кошиком, збереженням стану та захищеною адмін-панеллю</a:t>
            </a:r>
          </a:p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Ключовий стек: React 19 • React Router DOM v7 • Context API + useReducer • LocalStorage • GitHub Pages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Автор проекту: Виконано для захисту фінального екзамену IT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1. Мета, бізнес-логіка та вимоги проекту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Клієнтський модуль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Каталог товарів з фільтрацією за категоріями та пошуком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Сортування за ціною, рейтингом, назвою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Детальна сторінка товару (/product/:id) з характеристиками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Кошик з можливістю редагування кількості та промокодами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Модальне вікно швидкого оформлення замовлення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Адміністративна панель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Форма авторизації (/admin/login) з перевіркою пароля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Захист адміністративного маршруту (ProtectedRoute)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Повний CRUD: додавання, перегляд, редагування, видалення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Контрольовані форми з комплексною валідацією полів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Статистичний віджет складу та категорій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Архітектурні вимоги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Збереження стану кошика та товарів у LocalStorage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Чистий код без зайвих коментарів та сміття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Модульна компонентна структура (Separation of Concerns)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Стриманий дизайн без неонових та перевантажених елементів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Повна сумісність з GitHub Pages (HashRouter + deploy)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2. Технологічний стек та обґрунтування вибору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React 19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Сучасна основа SPA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Використання хуків useState, useReducer, useContext, useMemo, useEffect для побудови реактивного інтерфейсу без надлишкових зовнішніх бібліотек.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React Router DOM v7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Клієнтська маршрутизація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Організація навігації між сторінками. Використано HashRouter для 100% сумісності та виключення помилок 404 на GitHub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Vite 8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Блискавичний бандлер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Миттєвий HMR під час розробки та високооптимізована продакшн-збірка за 470 мс з мініфікацією та tree-shaking.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Native Context + useReducer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State Management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Централізоване управління даними магазину (товари, кошик, авторизація) за патерном Redux без сторонніх залежностей.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Vanilla CSS &amp; Tokens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Дизайн-система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CSS Custom Properties для кольорів та відступів, гнучкі Flexbox/Grid лейаути, легкість у підтримці, чиста естетика без зайвого неону.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LocalStorage API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Шар персистентності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Синхронізація клієнтських мутацій з браузерним сховищем для збереження товарів та стану кошика між перезавантаженнями.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3. Архітектура компонентів та ієрархія провайдерів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Ієрархія провайдерів (App.jsx)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&lt;AuthProvider&gt; // Стан авторизації адміністратора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└── &lt;ProductProvider&gt; // Каталог та CRUD товарів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└── &lt;CartProvider&gt; // Кошик, знижки, розрахунки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└── &lt;HashRouter&gt; // Маршрутизація SPA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└── &lt;Layout&gt; // Header, Footer, Toast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  └── &lt;Routes&gt;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        ├── / (CatalogPage)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        ├── /product/:id (ProductDetailPage)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        ├── /cart (CartPage)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        ├── /admin/login (AdminLoginPage)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        ├── /admin (&lt;ProtectedRoute&gt;&lt;AdminDashboardPage/&gt;&lt;/ProtectedRoute&gt;)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        └── * (NotFoundPage)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Ключові архітектурні рішення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Вкладеність провайдерів (Provider Tree):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Провайдери розташовані відповідно до залежностей: Auth не залежить від кошика, Product надає товари для Cart, а Cart надає дані у глобальний інтерфейс.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Глобальний Layout: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Компонент Layout загортає всі сторінки, забезпечуючи стабільну шапку з лічильником кошика, футер та глобальну шину сповіщень (NotificationToast).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Ізоляція маршрутів: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Кожна сторінка є автономним модулем, що отримує дані виключно через власні кастомні хуки (useAuth, useProducts, useCart).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Single Responsibility Principle: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Чіткий поділ на UI-компоненти (чисті відображення) та Context/State logic (бізнес-правила та персистентність).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4. Структура файлової системи (Clean Architecture)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src/context/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Керування глобальним станом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AuthContext.jsx — сесія адміністратора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ProductContext.jsx — каталог товарів (CRUD)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CartContext.jsx — операції над кошиком та сповіщення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src/pages/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Сторінки маршрутизатора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CatalogPage — головна вітрина з пошуком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ProductDetailPage — деталі обраного товару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CartPage — кошик та оформлення замовлення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AdminLoginPage / AdminDashboardPage — адмінка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NotFoundPage — сторінка 404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src/components/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Модульні UI компоненти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/admin — AdminProductTable, ProductFormModal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/cart — CartItem, CartSummary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/product — ProductCard, ProductGrid, ProductFilter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/layout — Header, Footer, Layout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/common — ProtectedRoute, NotificationToast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src/styles/ &amp; data/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Дизайн-система та утиліти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variables.css — дизайн-токени (кольори, радіуси)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global.css — скидання стилів та базові класи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mockProducts.js — початкова база товарів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formatters.js — форматування цін (гривні)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5. Управління глобальним станом: Context API + useReducer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Приклад реалізації CartReducer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const cartReducer = (state, action) =&gt; {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switch (action.type) {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case 'ADD_TO_CART': {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const { product, quantity } = action.payload;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const idx = state.findIndex(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  item =&gt; item.product.id === product.id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);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if (idx &gt; -1) {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  return state.map((item, i) =&gt; 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    i === idx ? { ...item, quantity: item.quantity + quantity } : item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  );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return [...state, { product, quantity }];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}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case 'UPDATE_QUANTITY':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return state.map(item =&gt;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  item.product.id === action.payload.productId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    ? { ...item, quantity: action.payload.quantity }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    : item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);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case 'REMOVE_FROM_CART':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return state.filter(i =&gt; i.product.id !== action.payload);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}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Чому useReducer + Context, а не Redux?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Передбачуваність мутацій (Pure Reducer):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Стан не мутується напряму. Будь-які зміни відбуваються через чисті функції без сайд-ефектів, що гарантує надійність додатка.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Інкапсуляція дій в кастомні хуки: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Компоненти викликають зрозумілі методи: addToCart(prod), updateQuantity(id, qty), deleteProduct(id) без необхідності знати внутрішній формат dispatch.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Нульова вага додаткових бібліотек: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Використовуються нативні інструменти React 19 без стороннього бойлерплейту (Redux Toolkit, Zustand), що зменшує розмір фінального бандла.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Атомарні контексти: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Розподіл на 3 незалежні контексти (Auth, Products, Cart) виключає зайві ре-рендери компонентів при зміні непов'язаних даних.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6. Каталог товарів: Алгоритми пошуку, фільтрації та сортування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Оптимізована фільтрація через useMemo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const filteredAndSortedProducts = useMemo(() =&gt; {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return products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.filter(product =&gt; {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const matchesSearch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  product.title.toLowerCase().includes(searchTerm.toLowerCase().trim()) ||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  product.description.toLowerCase().includes(searchTerm.toLowerCase().trim());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const matchesCategory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  selectedCategory === 'Усі категорії' ||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  product.category === selectedCategory;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return matchesSearch &amp;&amp; matchesCategory;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})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.sort((a, b) =&gt; {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if (sortBy === 'price-asc') return a.price - b.price;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if (sortBy === 'price-desc') return b.price - a.price;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if (sortBy === 'rating') return (b.rating || 0) - (a.rating || 0);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if (sortBy === 'name') return a.title.localeCompare(b.title, 'uk');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return 0;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});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}, [products, searchTerm, selectedCategory, sortBy]);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Особливості реалізації каталогу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Двосторонній комбінований пошук: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Пошуковий запит одночасно шукає збіги за заголовком товару та за його детальним описом з авто-очищенням пробілів (trim).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Локалізоване сортування (localeCompare):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Сортування за алфавітом використовує українську локаль 'uk', що забезпечує коректний порядок літер (А, Б, В, Г, Ґ...).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Мемоізація обчислень: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Масив фільтрується виключно при зміні критеріїв фільтрації або списку товарів завдяки useMemo.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Стан кнопки 'В кошику':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Картка автоматично визначає, чи є вже цей товар у кошику (isInCart), та змінює текст і стан кнопки покупки.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7. Детальна сторінка товару (/product/:id)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Отримання параметрів та захист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export const ProductDetailPage = () =&gt; {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const { id } = useParams();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const navigate = useNavigate();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const { getProductById } = useProducts();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const { addToCart, cartItems } = useCart();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const [quantity, setQuantity] = useState(1);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const product = getProductById(id);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if (!product) {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return (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  &lt;div className="product-not-found"&gt;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    &lt;h2&gt;Товар не знайдено&lt;/h2&gt;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    &lt;Link to="/"&gt;Повернутися&lt;/Link&gt;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  &lt;/div&gt;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}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// Рендеринг галереї, цін, характеристик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Функціонал картки товару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Динамічний роутинг useParams: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Вилучення ідентифікатора товару з URL та пошук відповідного об'єкта через Context без повторних мережевих запитів.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Обробка неіснуючого товару (Fallback):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Якщо id в URL некоректний або товар був видалений адміном, користувач бачить інформативне повідомлення з кнопкою повернення.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Селектор кількості (Quantity Controls):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Можливість обрати потрібну кількість одиниць товару перед додаванням у кошик із захистом від від'ємних значень (Math.max(1, q-1)).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Динамічні технічні характеристики: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Гнучкий рендеринг об'єкта specs у вигляді адаптивної таблиці характеристик (екран, процесор, пам'ять, акумулятор тощо).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8. Модуль кошика: Операції, лічильники та інтеграція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Основні операції над елементами кошика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Додавання товару (addToCart):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При першому додаванні створюється новий елемент { product, quantity }. При повторному — збільшується існуюче поле quantity без дублювання рядків.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Зміна кількості (updateQuantity):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Кнопки '+' та '-' дозволяють змінювати кількість безпосередньо в таблиці кошика з блокуванням кнопки '-' при кількості 1.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Видалення товару (removeFromCart):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Повне видалення позиції за product.id з відображенням спливаючого сповіщення через Toast Notification.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Очищення кошика (clearCart):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Скидання масиву товарів до [] після успішного оформлення замовлення або за бажанням покупця.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Агрегація даних у CartContext</a:t>
            </a:r>
          </a:p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// Автоматичний підрахунок вартості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const totalAmount = cartItems.reduce(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(sum, item) =&gt; sum + item.product.price * item.quantity,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0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// Загальна кількість одиниць (для бейджа в Header)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const totalItemsCount = cartItems.reduce(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(sum, item) =&gt; sum + item.quantity,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0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// Toast сповіщення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const showToast = (message) =&gt; {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setToastMessage(message);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setTimeout(() =&gt; setToastMessage(null), 3000);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9. Розрахунок замовлення, промокоди та Checkout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Система знижок та промокодів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Механіка промокоду: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У компоненті CartSummary реалізовано обробку промокоду 'TECH10', який надає миттєву знижку 10% на все замовлення.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Індикація стану промокоду: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Відображення статусу застосування (зелений індикатор успіху або червоне попередження про недійсний код).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Форматування валюти (formatPrice):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Єдина утиліта formatPrice(val) форматує числа з розділювачами тисяч у стандартному українському форматі (наприклад: 48 999 ₴).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Checkout Модальне вікно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Контрольовані поля форми: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Збір даних покупця: ПІБ, валідований телефон (перевірка формату regex), адреса відділення та вибір способу оплати.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Генерація номера замовлення: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При успішному сабміті генерується унікальний 6-значний номер замовлення (#XXXXXX) та відображається підсумок.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Автоматичне очищення: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Після оформлення замовлення кошик автоматично очищується, а клієнт отримує інструкцію щодо зв'язку з менеджером.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10. Шар збереження даних (LocalStorage Persistence)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Двоетапна персистентність</a:t>
            </a:r>
          </a:p>
          <a:p>
            <a:pPr>
              <a:defRPr sz="950">
                <a:solidFill>
                  <a:srgbClr val="64748B"/>
                </a:solidFill>
                <a:latin typeface="Consolas"/>
              </a:defRPr>
            </a:pPr>
            <a:r>
              <a:t>// 1. Лінива ініціалізація стану з LocalStorage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const [products, dispatch] = useReducer(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productReducer,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[],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() =&gt; {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const saved = localStorage.getItem('shop_products');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if (saved) {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try { return JSON.parse(saved); }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  catch (err) { console.error(err); }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}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  return INITIAL_PRODUCTS; // Fallback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}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);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64748B"/>
                </a:solidFill>
                <a:latin typeface="Consolas"/>
              </a:defRPr>
            </a:pPr>
            <a:r>
              <a:t>// 2. Реактивна синхронізація при будь-яких змінах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useEffect(() =&gt; {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  localStorage.setItem('shop_products', JSON.stringify(products));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}, [products]);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Чому це надійне технічне рішення?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Lazy Initializer у useReducer: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Зчитування з localStorage виконується рівно один раз під час монтажу компонента, виключаючи блокування головного потоку при повторних рендерах.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Захист через try-catch: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Якщо дані в сховищі пошкоджені або заблоковані політикою браузера, додаток автоматично завантажує мокові дані INITIAL_PRODUCTS без падіння.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Синхронізація товарів і кошика: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Як клієнтський кошик ('shop_cart'), так і товари ('shop_products') та сесія адміна ('shop_admin_auth') зберігаються автономно.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Повна автономність: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Додаток працює як повноцінний автономний SPA без потреби підняття важкого бекенду для демонстрації.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11. Модуль авторизації адміністратора (AuthContext)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Логіка авторизації (AuthContext.jsx)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export const AuthProvider = ({ children }) =&gt; {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const [isAdminLoggedIn, setIsAdminLoggedIn] = useState(() =&gt; {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return localStorage.getItem('shop_admin_auth') === 'true';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});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const login = (username, password) =&gt; {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if (username === 'admin' &amp;&amp; password === 'admin123') {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  setIsAdminLoggedIn(true);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  return { success: true };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}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return {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  success: false,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  error: 'Невірний логін або пароль.'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  };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};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const logout = () =&gt; setIsAdminLoggedIn(false);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// Повернення провайдера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Особливості реалізації безпеки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Облікові дані адміністратора: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Логін: admin | Пароль: admin123. Передбачено захист від випадкових пробілів через String.trim().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Синхронізація сесії: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Стан авторизації зберігається в localStorage, тому після оновлення сторінки сесія адміністратора не скидається.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Кнопка швидкого виходу (Logout):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У шапці сайту (Header) для авторизованого адміна відображається кнопка переходу до панелі та кнопка виходу з системи.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Індикація помилок: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При введенні некоректних даних виводиться стилізований алерт із підказкою.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12. Захист маршрутів (ProtectedRoute Guard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Компонент ProtectedRoute</a:t>
            </a: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import { Navigate } from 'react-router-dom';</a:t>
            </a: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import { useAuth } from '../../context/AuthContext';</a:t>
            </a: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export const ProtectedRoute = ({ children }) =&gt; {</a:t>
            </a: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  const { isAdminLoggedIn } = useAuth();</a:t>
            </a: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  if (!isAdminLoggedIn) {</a:t>
            </a: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    // Автоматичний редирект на вхід</a:t>
            </a: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    return &lt;Navigate to="/admin/login" replace /&gt;;</a:t>
            </a: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  }</a:t>
            </a: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  // Доступ дозволено</a:t>
            </a: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  return children;</a:t>
            </a:r>
          </a:p>
          <a:p>
            <a:pPr>
              <a:defRPr sz="1050">
                <a:solidFill>
                  <a:srgbClr val="0F172A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Переваги шаблону ProtectedRoute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Декларативний захист у роутері: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Маршрут загортається у &lt;ProtectedRoute&gt;&lt;AdminDashboardPage/&gt;&lt;/ProtectedRoute&gt; безпосередньо в конфігурації App.jsx.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Заміна історії переходів (replace):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Параметр replace у компоненті Navigate запобігає зацикленню переходів при натисканні кнопки 'Назад' у браузері.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Миттєве блокування неавторизованих запитів: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Користувач без прав не може побачити інтерфейс управління товарами, змінити залишки чи видалити позиції.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Зворотний редирект для авторизованих: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Якщо вже залогінений адмін переходить на /admin/login, сторінка автоматично перенаправляє його на /admin.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13. Адміністративна панель: Управління товарами (CRUD)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CREATE (Створення)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Додавання нового товару через модальне вікно ProductFormModal. Автоматична генерація унікального id (Date.now()), дефолтного рейтингу та додавання на початок списку.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READ (Відображення)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Таблиця AdminProductTable з мініатюрами фото, статусом наявності та кількістю на складі. Швидкий пошук та статистика (загальна кількість, категорії, залишки).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UPDATE (Редагування)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Підвантаження існуючих даних товару у контрольовану форму з можливістю змінити ціну, назву, категорію, кількість на складі, опис та бейджі ('Новинка', 'Хіт').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DELETE (Видалення)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Безпечне видалення з підтвердженням через спеціальне діалогове вікно попередження, що унеможливлює випадкове стирання позицій.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14. Контрольовані форми та комплексна валідація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Валідація полів (ProductFormModal.jsx)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const validate = () =&gt; {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const newErrors = {};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if (!formData.title.trim()) {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newErrors.title = 'Введіть назву товару';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} else if (formData.title.trim().length &lt; 3) {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newErrors.title = 'Мінімум 3 символи';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if (!formData.price || Number(formData.price) &lt;= 0) {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newErrors.price = 'Ціна повинна бути додатним числом';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if (!formData.image.startsWith('http://') &amp;&amp;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!formData.image.startsWith('https://')) {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newErrors.image = 'URL має починатися з http:// або https://';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if (formData.description.trim().length &lt; 10) {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newErrors.description = 'Опис не менше 10 символів';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setErrors(newErrors);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return Object.keys(newErrors).length === 0;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Принципи роботи з формами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Controlled Components: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Кожне поле (input, select, textarea, checkbox) прив'язане до стану formData через єдиний обробник handleChange.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Миттєве скидання помилки при вводі: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Коли користувач починає виправляти поле, помилка для цього поля автоматично видаляється зі стану errors.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Запобігання відправки невалідних даних: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Функція handleSubmit блокує виклик onSave, якщо валідація не пройшла.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Типізація та санітизація: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Ціни та залишки приводяться до типу Number, а текстові рядки очищуються методом trim().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15. CSS Архітектура, адаптивність та дизайн-система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Дизайн-токени (variables.css)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Єдині змінні для кольорів (--primary-color, --bg-card, --border-color), радіусів (--radius-md: 6px) та плавності анімацій (--transition-fast: 0.1s).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Чиста естетика (Без неону)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Стриманий сучасний мінімалістичний стиль. Чітка типографіка (Inter/Segoe UI), збалансовані відступи та висока контрастність для комфорту очей.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Адаптивність (Mobile First &amp; Breakpoints)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Адаптивні медіа-запити (@media max-width: 768px, 1024px) забезпечують бездоганне відображення на смартфонах, планшетах і ПК.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563EB"/>
                </a:solidFill>
              </a:defRPr>
            </a:pPr>
            <a:r>
              <a:t>Модульність стилів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Кожен компонент та сторінка має власний CSS файл (ProductCard.css, CartPage.css тощо), що спрощує підтримку та усуває конфлікти селекторів.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16. Продакшн-збірка та автоматизований деплой на GitHub 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Конфігурація Vite та package.json</a:t>
            </a:r>
          </a:p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// vite.config.js — Відносні шляхи для GitHub Pages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export default defineConfig({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plugins: [react()],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base: './'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});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// package.json — Скрипти деплою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"scripts": {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"dev": "vite",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"build": "vite build",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"predeploy": "npm run build",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  "deploy": "gh-pages -d dist"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Кроки та вирішення проблем деплою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Чому base: './'?: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Забезпечує коректне підвантаження зібраних CSS та JS файлів незалежно від назви репозиторію на github.io.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Чому HashRouter?: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На статичному хостингу GitHub Pages сервер не підтримує динамічний rewrite маршрутів. HashRouter повністю вирішує проблему 404 помилок при оновленні сторінок.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Однокомандний деплой: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Команда 'npm run deploy' автоматично викликає predeploy (збірку проекту у dist) та публікує результат у гілку gh-pages.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Мінімальний розмір збірки: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Завдяки оптимізації Vite розмір стилів складає всього 19.5 kB, а JS-бандла — 88 kB (gzip).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ITSTEPMARKET • ЕКЗАМЕНАЦІЙНИЙ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17. Захист проекту: Відповіді на типові питання екзаменатора (Q&amp;A)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П: Чому не використано бібліотеку валідації (наприклад, Yup / Zod)?</a:t>
            </a:r>
          </a:p>
          <a:p>
            <a:pPr>
              <a:spcAft>
                <a:spcPts val="1400"/>
              </a:spcAft>
              <a:defRPr sz="1100">
                <a:solidFill>
                  <a:srgbClr val="475569"/>
                </a:solidFill>
              </a:defRPr>
            </a:pPr>
            <a:r>
              <a:t>В: Для контрольованих форм магазину нативна валідація через JS регулярні вирази є легковагою, прозорою, не обтяжує бандл та демонструє глибоке розуміння роботи зі станом у React.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П: Як уникнути Prop Drilling у великих додатках?</a:t>
            </a:r>
          </a:p>
          <a:p>
            <a:pPr>
              <a:spcAft>
                <a:spcPts val="1400"/>
              </a:spcAft>
              <a:defRPr sz="1100">
                <a:solidFill>
                  <a:srgbClr val="475569"/>
                </a:solidFill>
              </a:defRPr>
            </a:pPr>
            <a:r>
              <a:t>В: У проекті цю проблему повністю вирішено за допомогою Context API. Компоненти отримують доступ до даних напряму через кастомні хуки (useCart, useProducts, useAuth) на будь-якому рівні вкладеності.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П: Як підключити реальний REST API бекенд?</a:t>
            </a:r>
          </a:p>
          <a:p>
            <a:pPr>
              <a:spcAft>
                <a:spcPts val="1400"/>
              </a:spcAft>
              <a:defRPr sz="1100">
                <a:solidFill>
                  <a:srgbClr val="475569"/>
                </a:solidFill>
              </a:defRPr>
            </a:pPr>
            <a:r>
              <a:t>В: Архітектура Context готова до заміни LocalStorage на асинхронні запити (fetch/axios). Достатньо всередині addProduct, editProduct, deleteProduct надсилати HTTP запити (POST, PUT, DELETE) до API та оновлювати стан.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П: Як забезпечено продуктивність інтерфейсу?</a:t>
            </a:r>
          </a:p>
          <a:p>
            <a:pPr>
              <a:spcAft>
                <a:spcPts val="1400"/>
              </a:spcAft>
              <a:defRPr sz="1100">
                <a:solidFill>
                  <a:srgbClr val="475569"/>
                </a:solidFill>
              </a:defRPr>
            </a:pPr>
            <a:r>
              <a:t>В: Застосовано useMemo для фільтрації списку товарів, ліниву ініціалізацію стану useReducer з LocalStorage, оптимізацію рендеру списків через унікальні key та легковагий Lucide React для іконок.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